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005840" cy="1005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>
                <a:solidFill>
                  <a:srgbClr val="FFFFFF"/>
                </a:solidFill>
              </a:rPr>
              <a:t>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7373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ClinicDesk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651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FE7E4"/>
                </a:solidFill>
                <a:latin typeface="Calibri"/>
              </a:rPr>
              <a:t>Appointment desk for a small clinic, from laptop to a monitored EKS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40233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FE7E4"/>
                </a:solidFill>
                <a:latin typeface="Calibri"/>
              </a:rPr>
              <a:t>DevOps Final Capstone</a:t>
            </a:r>
          </a:p>
          <a:p>
            <a:pPr algn="l"/>
            <a:r>
              <a:rPr sz="1600" b="0">
                <a:solidFill>
                  <a:srgbClr val="CFE7E4"/>
                </a:solidFill>
                <a:latin typeface="Calibri"/>
              </a:rPr>
              <a:t>Presented by: TODO your name</a:t>
            </a:r>
          </a:p>
          <a:p>
            <a:pPr algn="l"/>
            <a:r>
              <a:rPr sz="1600" b="0">
                <a:solidFill>
                  <a:srgbClr val="CFE7E4"/>
                </a:solidFill>
                <a:latin typeface="Calibri"/>
              </a:rPr>
              <a:t>github.com/RJSIN147/DevopsCapstoneProject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Front desk tool for a clinic with a few doctors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Book a patient into a doctor's slot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Check in on arrival, complete when they leave, or cancel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Refuses to double-book a doctor (409 Conflict)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Pause a doctor so nobody can book them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Live counts: today, waiting room, completed, cancelled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Small app on purpose, the project is the delivery pipeline around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737360"/>
            <a:ext cx="2286000" cy="12801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3200">
                <a:solidFill>
                  <a:srgbClr val="0B3B3C"/>
                </a:solidFill>
                <a:latin typeface="Calibri"/>
              </a:rPr>
              <a:t>15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REST endpoints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1737360"/>
            <a:ext cx="2286000" cy="12801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3200">
                <a:solidFill>
                  <a:srgbClr val="0B3B3C"/>
                </a:solidFill>
                <a:latin typeface="Calibri"/>
              </a:rPr>
              <a:t>25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pytest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200400"/>
            <a:ext cx="2286000" cy="12801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3200">
                <a:solidFill>
                  <a:srgbClr val="0B3B3C"/>
                </a:solidFill>
                <a:latin typeface="Calibri"/>
              </a:rPr>
              <a:t>2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tables, Alembic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3200400"/>
            <a:ext cx="2286000" cy="12801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3200">
                <a:solidFill>
                  <a:srgbClr val="0B3B3C"/>
                </a:solidFill>
                <a:latin typeface="Calibri"/>
              </a:rPr>
              <a:t>7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CI/CD jobs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663440"/>
            <a:ext cx="4754880" cy="10972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400">
                <a:solidFill>
                  <a:srgbClr val="0B3B3C"/>
                </a:solidFill>
                <a:latin typeface="Calibri"/>
              </a:rPr>
              <a:t>React  ·  FastAPI  ·  PostgreSQL</a:t>
            </a:r>
          </a:p>
          <a:p>
            <a:pPr algn="ctr"/>
            <a:r>
              <a:rPr sz="1100">
                <a:solidFill>
                  <a:srgbClr val="64748B"/>
                </a:solidFill>
                <a:latin typeface="Calibri"/>
              </a:rPr>
              <a:t>Docker · GitHub Actions · Trivy · GHCR · Terraform · EKS · Helm · ArgoCD · Prometheus · Grafana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solidFill>
            <a:srgbClr val="E0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558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35588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React 19, Vite 8, plain responsive CSS, nginx-unprivileged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01368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31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831368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Python 3.12, FastAPI, SQLAlchemy 2, Pydantic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76856"/>
            <a:ext cx="11064240" cy="457200"/>
          </a:xfrm>
          <a:prstGeom prst="rect">
            <a:avLst/>
          </a:prstGeom>
          <a:solidFill>
            <a:srgbClr val="E0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0685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06856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PostgreSQL 17, Alembic migrations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52344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234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Testing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782344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pytest + TestClient on in-memory SQLite, node:test, ruff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27832"/>
            <a:ext cx="11064240" cy="457200"/>
          </a:xfrm>
          <a:prstGeom prst="rect">
            <a:avLst/>
          </a:prstGeom>
          <a:solidFill>
            <a:srgbClr val="E0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578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Containers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2578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Docker multi-stage builds, non-root users, Docker Compose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03320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733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CI/CD + registry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73332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GitHub Actions, GitHub Container Registry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178808"/>
            <a:ext cx="11064240" cy="457200"/>
          </a:xfrm>
          <a:prstGeom prst="rect">
            <a:avLst/>
          </a:prstGeom>
          <a:solidFill>
            <a:srgbClr val="E0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20880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208808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Trivy image scan gate, Trivy secret scan, SARIF to GitHub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54296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68429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4684296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Terraform, AWS VPC, EKS 1.34, EBS CSI driver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129784"/>
            <a:ext cx="11064240" cy="457200"/>
          </a:xfrm>
          <a:prstGeom prst="rect">
            <a:avLst/>
          </a:prstGeom>
          <a:solidFill>
            <a:srgbClr val="E0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15978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Kubernetes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5159784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Helm chart, ingress-nginx, HPA, PDB, ArgoCD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05272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63527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563527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kube-prometheus-stack: Prometheus, Grafana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173736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Browser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receptionist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73736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Ingress (nginx)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clinicdesk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188720"/>
            <a:ext cx="219456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frontend Service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nginx + React build x2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2377440"/>
            <a:ext cx="219456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backend Service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FastAPI x2..8 (HPA)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377440"/>
            <a:ext cx="219456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PostgreSQL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StatefulSet + EBS gp3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94560" y="2148840"/>
            <a:ext cx="54864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754880" y="1600200"/>
            <a:ext cx="731520" cy="41148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54880" y="2286000"/>
            <a:ext cx="731520" cy="50292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680960" y="2788920"/>
            <a:ext cx="7315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663440" y="1325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  <a:latin typeface="Calibri"/>
              </a:rPr>
              <a:t>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6974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  <a:latin typeface="Calibri"/>
              </a:rPr>
              <a:t>/api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1188720"/>
            <a:ext cx="2194560" cy="8229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Prometheus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ServiceMonitor scrape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0" y="1188720"/>
            <a:ext cx="1097280" cy="8229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Grafana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680960" y="1600200"/>
            <a:ext cx="731520" cy="100584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607040" y="1600200"/>
            <a:ext cx="18288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5720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git push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GitHub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4636008"/>
            <a:ext cx="2743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42316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Actions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test, build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0" y="4636008"/>
            <a:ext cx="2743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38912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Trivy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HIGH/CRIT gate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0760" y="4636008"/>
            <a:ext cx="2743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35508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GHCR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tag = SHA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46720" y="4636008"/>
            <a:ext cx="2743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32104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ArgoCD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syncs chart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12680" y="4636008"/>
            <a:ext cx="2743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28700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EKS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Terraform VPC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The browser only calls /api on its own origin. nginx (compose) or the Ingress (Kubernetes) routes it to FastAPI, so no internal hostnames leak into the frontend build.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FastAPI + SQLAlchemy + Alembic, React on the 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Doctors: list, get, add, update/pause, delete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Appointments: list with filters, get, book, update, delete, stats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/health for liveness, /ready checks the DB (503 if down)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/metrics for Prometheus, plus my own counters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Business rules in the API, not only the UI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overlapping bookings for a doctor -&gt; 409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paused doctor -&gt; 422, doctor with history can't be deleted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all times stored in UTC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37360"/>
            <a:ext cx="4937760" cy="13716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doctors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id · full_name · specialty · room · active · created_at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3383280"/>
            <a:ext cx="4937760" cy="15544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appointments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id · patient_name · patient_phone · doctor_id (FK) · scheduled_at · duration_minutes · reason · status · created_at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0" y="3108960"/>
            <a:ext cx="0" cy="27432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675120" y="51206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Migrations: 0001 creates both tables, 0002 seeds four doctors. Pods take a Postgres advisory lock before migrating.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CI/CD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GitHub Actions, runs on every push and PR to 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651760" cy="64008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800">
                <a:solidFill>
                  <a:srgbClr val="FFFFFF"/>
                </a:solidFill>
              </a:rPr>
              <a:t>1 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backend: ruff + pytest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frontend: npm test + build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helm lint, terraform validate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Trivy secret 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2057400"/>
            <a:ext cx="22860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37560" y="1737360"/>
            <a:ext cx="2651760" cy="64008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800">
                <a:solidFill>
                  <a:srgbClr val="FFFFFF"/>
                </a:solidFill>
              </a:rPr>
              <a:t>2  Build + 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1460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docker build backend/frontend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Trivy full report + SARIF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gate: fixable HIGH/CRITICAL fails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push to GHCR as :&lt;sha&gt;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057400"/>
            <a:ext cx="22860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17920" y="1737360"/>
            <a:ext cx="2651760" cy="64008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800">
                <a:solidFill>
                  <a:srgbClr val="FFFFFF"/>
                </a:solidFill>
              </a:rPr>
              <a:t>3  Smoke 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51460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kind cluster in the runner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load the pushed images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helm upgrade --install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helm test + book an appointment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69680" y="2057400"/>
            <a:ext cx="22860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98280" y="1737360"/>
            <a:ext cx="2651760" cy="64008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800">
                <a:solidFill>
                  <a:srgbClr val="FFFFFF"/>
                </a:solidFill>
              </a:rPr>
              <a:t>4  GitOps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1460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write SHA into values-prod.yaml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ArgoCD sees the commit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rolls EKS to the new image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(opt-in repo variable)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B3C"/>
                </a:solidFill>
                <a:latin typeface="Calibri"/>
              </a:rPr>
              <a:t>Tests fail -&gt; nothing is built. Scan fails -&gt; nothing is pushed. Every image is tagged with the commit SHA, so any pod traces back to the exact commit.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DevSecOps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Security checks that run on every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Trivy scans OS packages and Python/npm libs in both images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Pipeline fails on fixable HIGH or CRITICAL CVEs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Trivy secret scan over the repo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Containers: non-root, drop ALL caps, no privilege escalation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Backend root filesystem is read-only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No credentials in git: AWS from CLI profile, DB + Grafana passwords from k8s secrets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737360"/>
            <a:ext cx="4846320" cy="219456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600">
                <a:solidFill>
                  <a:srgbClr val="0B3B3C"/>
                </a:solidFill>
                <a:latin typeface="Calibri"/>
              </a:rPr>
              <a:t>Real finding from my pipeline</a:t>
            </a:r>
          </a:p>
          <a:p>
            <a:pPr algn="ctr"/>
            <a:r>
              <a:rPr sz="1300">
                <a:solidFill>
                  <a:srgbClr val="64748B"/>
                </a:solidFill>
                <a:latin typeface="Calibri"/>
              </a:rPr>
              <a:t>First run failed on 4 HIGH CVEs (urllib3, msgpack, setuptools). They were pip's own vendored libraries inside the image venv. Fix: uninstall pip after installing deps, it isn't needed at runtime.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4114800"/>
            <a:ext cx="4846320" cy="16459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600">
                <a:solidFill>
                  <a:srgbClr val="0B3B3C"/>
                </a:solidFill>
                <a:latin typeface="Calibri"/>
              </a:rPr>
              <a:t>Latest green run</a:t>
            </a:r>
          </a:p>
          <a:p>
            <a:pPr algn="ctr"/>
            <a:r>
              <a:rPr sz="1300">
                <a:solidFill>
                  <a:srgbClr val="64748B"/>
                </a:solidFill>
                <a:latin typeface="Calibri"/>
              </a:rPr>
              <a:t>backend: 0 fixable HIGH/CRITICAL, Python libs clean (166 Debian base findings with no fix yet). frontend: 1 MEDIUM in Alpine.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Infrastructure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Terraform, AWS ap-south-1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6766560" cy="4206240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Calibri"/>
              </a:rPr>
              <a:t>VPC 10.30.0.0/16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94560"/>
            <a:ext cx="301752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public subnet AZ-a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NAT gateway, load balancer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2194560"/>
            <a:ext cx="301752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public subnet AZ-b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load balancer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91840"/>
            <a:ext cx="301752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private subnet AZ-a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worker node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3291840"/>
            <a:ext cx="301752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private subnet AZ-b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worker node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389120"/>
            <a:ext cx="6217920" cy="11887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EKS clinicdesk-eks (1.34)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managed node group 2-4 x t3.medium (AL2023) · CoreDNS · VPC CNI · kube-proxy · EBS CSI driver (IRSA)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terraform-aws-modules for VPC + EKS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subnets tagged so load balancers land in the right place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terraform.tfvars.example, no keys in git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init -&gt; plan -&gt; apply -&gt; destroy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gp3 StorageClass applied after, EKS 1.30+ has no default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Cost: a few dollars a day, destroyed after the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Kubernetes + Helm + ArgoCD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One chart, three values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Deployments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backend (init waits for DB), frontend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StatefulSet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postgres + PVC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Services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ClusterIP for all three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69748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Ingress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/ -&gt; frontend, /api -&gt; backend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49039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HPA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backend 2..8 pods at 60% CPU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749039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PDB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min 1 backend pod in drains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0060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ServiceMonitor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only if the CRD exists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480060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helm test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checks /ready + proxy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values-dev.yaml: minikube, local images, clinicdesk.local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values-prod.yaml: EKS, GHCR images by SHA, gp3, secret DB password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Probes: startup + liveness on /health, readiness on /ready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Pod Security restricted (warn/audit), ResourceQuota on the namespace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ArgoCD Application on helm/clinicdesk, auto sync + self heal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CI deploys the same chart into kind on every push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kube-prometheus-stack + a dashboard that ships with the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prometheus-fastapi-instrumentator: request count, latency histogram, status codes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My own counters: bookings, blocked double-bookings, status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ServiceMonitor -&gt; Prometheus scrapes backend every 15s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Grafana sidecar loads the dashboard ConfigMap automatically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Load test script to drive the panels and the HPA</a:t>
            </a:r>
          </a:p>
        </p:txBody>
      </p:sp>
      <p:pic>
        <p:nvPicPr>
          <p:cNvPr id="8" name="Picture 7" descr="grafana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486400" cy="3451123"/>
          </a:xfrm>
          <a:prstGeom prst="rect">
            <a:avLst/>
          </a:prstGeom>
          <a:ln>
            <a:solidFill>
              <a:srgbClr val="0F766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309360" y="51663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Grafana on minikube while scripts/load-test.sh was running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Troubleshooting and key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Things that actually broke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Init container stuck: pg_isready said "no attempt"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uid 10001 has no passwd entry, needed -U &lt;user&gt;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Two backend pods migrating at once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fixed with a Postgres advisory lock in alembic/env.py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Trivy failing on pip's vendored libraries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pip removed from the runtime image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nginx as non-root can't bind port 80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nginx-unprivileged on 8080, Service maps 80 -&gt; 8080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Lab exercises in troubleshooting/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Wrong image tag -&gt; ImagePullBackOff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Selector typo -&gt; Service with no endpoints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Bad DB host -&gt; CrashLoopBackOff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0690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Readiness != liveness, and it matters for rollouts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Gates only help if they really stop the pipeline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Tag by SHA, never latest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Destroy the cloud stuff when you're done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What I'd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Staff login (OIDC) and an audit log, it's patient data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Move Postgres to RDS Multi-AZ with backups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TLS with cert-manager and a real domain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Swap ingress-nginx (retired upstream) for Gateway API / AWS Load Balancer Controller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Alerts in Alertmanager: error ratio, p95 latency, pods not ready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Remote Terraform state in S3 with locking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B3C"/>
                </a:solidFill>
                <a:latin typeface="Calibri"/>
              </a:rPr>
              <a:t>Thanks!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ClinicDesk - DevOps Capstone</dc:title>
  <dc:subject/>
  <dc:creator>RJSIN147</dc:creator>
  <cp:keywords/>
  <dc:description/>
  <cp:lastModifiedBy>RJSIN147</cp:lastModifiedBy>
  <cp:revision>1</cp:revision>
  <dcterms:created xsi:type="dcterms:W3CDTF">2013-01-27T09:14:16Z</dcterms:created>
  <dcterms:modified xsi:type="dcterms:W3CDTF">2013-01-27T09:15:58Z</dcterms:modified>
  <cp:category/>
</cp:coreProperties>
</file>